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Generative AI Prompt Engineering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Project</a:t>
            </a:r>
          </a:p>
          <a:p>
            <a:r>
              <a:t>Generative AI &amp; Prompt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often provide vague AI instructions</a:t>
            </a:r>
          </a:p>
          <a:p>
            <a:r>
              <a:t>• Output quality can vary with prompt quality</a:t>
            </a:r>
          </a:p>
          <a:p>
            <a:r>
              <a:t>• Beginners may not know how to structure prompts</a:t>
            </a:r>
          </a:p>
          <a:p>
            <a:r>
              <a:t>• Need a simple prompt optimization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 simple requests into structured prompts</a:t>
            </a:r>
          </a:p>
          <a:p>
            <a:r>
              <a:t>• Demonstrate prompt engineering techniques</a:t>
            </a:r>
          </a:p>
          <a:p>
            <a:r>
              <a:t>• Improve clarity and controllability</a:t>
            </a:r>
          </a:p>
          <a:p>
            <a:r>
              <a:t>• Provide an interactive web interface</a:t>
            </a:r>
          </a:p>
          <a:p>
            <a:r>
              <a:t>• Enable future LLM API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 → Input Configuration → Prompt Optimizer → Optimized Prompt → AI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 prompting</a:t>
            </a:r>
          </a:p>
          <a:p>
            <a:r>
              <a:t>• Context and audience</a:t>
            </a:r>
          </a:p>
          <a:p>
            <a:r>
              <a:t>• Tone control</a:t>
            </a:r>
          </a:p>
          <a:p>
            <a:r>
              <a:t>• Constraints</a:t>
            </a:r>
          </a:p>
          <a:p>
            <a:r>
              <a:t>• Output-format specification</a:t>
            </a:r>
          </a:p>
          <a:p>
            <a:r>
              <a:t>• Quality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Streamlit</a:t>
            </a:r>
          </a:p>
          <a:p>
            <a:r>
              <a:t>• Prompt engineering</a:t>
            </a:r>
          </a:p>
          <a:p>
            <a:r>
              <a:t>• Generative AI concepts</a:t>
            </a:r>
          </a:p>
          <a:p>
            <a:r>
              <a:t>• Optional future LLM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Interface</a:t>
            </a:r>
          </a:p>
          <a:p>
            <a:r>
              <a:t>• Prompt Optimization Module</a:t>
            </a:r>
          </a:p>
          <a:p>
            <a:r>
              <a:t>• Prompt Templates</a:t>
            </a:r>
          </a:p>
          <a:p>
            <a:r>
              <a:t>• Response Generation Layer</a:t>
            </a:r>
          </a:p>
          <a:p>
            <a:r>
              <a:t>• Output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Enter a basic request</a:t>
            </a:r>
          </a:p>
          <a:p>
            <a:r>
              <a:t>2. Select role and tone</a:t>
            </a:r>
          </a:p>
          <a:p>
            <a:r>
              <a:t>3. Add audience and constraints</a:t>
            </a:r>
          </a:p>
          <a:p>
            <a:r>
              <a:t>4. Select output format</a:t>
            </a:r>
          </a:p>
          <a:p>
            <a:r>
              <a:t>5. Generate optimized prompt</a:t>
            </a:r>
          </a:p>
          <a:p>
            <a:r>
              <a:t>6. Generate/display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Basic: “Write an email asking for leave.”</a:t>
            </a:r>
          </a:p>
          <a:p/>
          <a:p>
            <a:r>
              <a:t>Optimized prompt adds role, audience, tone, constraints, output format and quality checks.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Tested with email, academic, coding and business tasks</a:t>
            </a:r>
          </a:p>
          <a:p>
            <a:r>
              <a:t>• Structured prompts are easier to inspect and reuse</a:t>
            </a:r>
          </a:p>
          <a:p>
            <a:r>
              <a:t>• Demo works without exposing API credentials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</a:t>
            </a:r>
          </a:p>
          <a:p>
            <a:r>
              <a:t>• Current demo response is rule-based</a:t>
            </a:r>
          </a:p>
          <a:p>
            <a:r>
              <a:t>• No live LLM call by default</a:t>
            </a:r>
          </a:p>
          <a:p/>
          <a:p>
            <a:r>
              <a:t>Future:</a:t>
            </a:r>
          </a:p>
          <a:p>
            <a:r>
              <a:t>• LLM API integration</a:t>
            </a:r>
          </a:p>
          <a:p>
            <a:r>
              <a:t>• Prompt scoring</a:t>
            </a:r>
          </a:p>
          <a:p>
            <a:r>
              <a:t>• Prompt history</a:t>
            </a:r>
          </a:p>
          <a:p>
            <a:r>
              <a:t>• Domain templates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a practical approach to improving interactions with Generative AI by systematically structuring user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